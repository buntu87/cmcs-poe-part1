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&amp; GUI Functionality</a:t>
            </a:r>
          </a:p>
          <a:p>
            <a:r>
              <a:t>(Harvard Referenced)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6 MVC web application.</a:t>
            </a:r>
          </a:p>
          <a:p>
            <a:r>
              <a:t>• Implements contract monthly claim submission.</a:t>
            </a:r>
          </a:p>
          <a:p>
            <a:r>
              <a:t>• Uses Entity Framework Core for database operations.</a:t>
            </a:r>
          </a:p>
          <a:p>
            <a:r>
              <a:t>• Follows C# 10 programming guidelines.</a:t>
            </a:r>
          </a:p>
          <a:p>
            <a:r>
              <a:t>• Includes user interface for contract claim creation, editing, and reporting.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Layered architecture: Models, Data, Controllers, Views.</a:t>
            </a:r>
          </a:p>
          <a:p>
            <a:r>
              <a:t>• Database implemented using SQL Server.</a:t>
            </a:r>
          </a:p>
          <a:p>
            <a:r>
              <a:t>• EF Core used for ORM-based operations.</a:t>
            </a:r>
          </a:p>
          <a:p>
            <a:r>
              <a:t>• LaunchSettings.json configured for Development mode.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Navigation menu for Claims, Dashboard, and Admin tools.</a:t>
            </a:r>
          </a:p>
          <a:p>
            <a:r>
              <a:t>• Forms for adding monthly claims.</a:t>
            </a:r>
          </a:p>
          <a:p>
            <a:r>
              <a:t>• Table view for displaying submitted claims.</a:t>
            </a:r>
          </a:p>
          <a:p>
            <a:r>
              <a:t>• Filtering tools for searching claims.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 Submission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 Placeholder: Claim Submission Form]</a:t>
            </a:r>
          </a:p>
          <a:p/>
          <a:p>
            <a:r>
              <a:t>• Users enter contract details.</a:t>
            </a:r>
          </a:p>
          <a:p>
            <a:r>
              <a:t>• Uploads supporting documentation.</a:t>
            </a:r>
          </a:p>
          <a:p>
            <a:r>
              <a:t>• Validates required fields using C# DataAnnotations.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Table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 Placeholder: Claims Table]</a:t>
            </a:r>
          </a:p>
          <a:p/>
          <a:p>
            <a:r>
              <a:t>• Displays all monthly claims.</a:t>
            </a:r>
          </a:p>
          <a:p>
            <a:r>
              <a:t>• Includes pagination, search and filter features.</a:t>
            </a:r>
          </a:p>
          <a:p>
            <a:r>
              <a:t>• Sorts claims by date or status.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 Core DbContext manages CRUD operations.</a:t>
            </a:r>
          </a:p>
          <a:p>
            <a:r>
              <a:t>• Stored procedures for optimized queries:</a:t>
            </a:r>
          </a:p>
          <a:p>
            <a:r>
              <a:t>  - DeleteClaim</a:t>
            </a:r>
          </a:p>
          <a:p>
            <a:r>
              <a:t>  - GetAllClaims</a:t>
            </a:r>
          </a:p>
          <a:p>
            <a:r>
              <a:t>  - GetClaimsByStatus</a:t>
            </a:r>
          </a:p>
          <a:p>
            <a:r>
              <a:t>  - GetClaimsByDateRange</a:t>
            </a:r>
          </a:p>
          <a:p>
            <a:r>
              <a:t>  - SearchClaimsByTitle</a:t>
            </a:r>
          </a:p>
          <a:p>
            <a:r>
              <a:t>• SQL Server relational storage.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LaunchSettings.json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Configured for Development environment.</a:t>
            </a:r>
          </a:p>
          <a:p>
            <a:r>
              <a:t>• Supports both HTTP and HTTPS profiles.</a:t>
            </a:r>
          </a:p>
          <a:p>
            <a:r>
              <a:t>• Enables debugging via Visual Studio / VS Code.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C# 10 and .NET 6 Principles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Minimal hosting model used for Program.cs.</a:t>
            </a:r>
          </a:p>
          <a:p>
            <a:r>
              <a:t>• EF Core DbContext pooling improves performance.</a:t>
            </a:r>
          </a:p>
          <a:p>
            <a:r>
              <a:t>• Strongly typed models and nullable reference types.</a:t>
            </a:r>
          </a:p>
          <a:p>
            <a:r>
              <a:t>• LINQ used for querying claim data.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Harvard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Troelsen, A. &amp; Japikse, P. (2022). *Pro C# 10 with .NET 6*. Apress.</a:t>
            </a:r>
          </a:p>
          <a:p>
            <a:r>
              <a:t>Microsoft (2022). ASP.NET Core Documentation. Microsoft Docs.</a:t>
            </a:r>
          </a:p>
          <a:p>
            <a:r>
              <a:t>Liberty, J. (2022). *Learning C#*. O’Reilly Media.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